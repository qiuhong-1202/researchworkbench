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1738" r:id="rId2"/>
    <p:sldId id="1784" r:id="rId3"/>
    <p:sldId id="1781" r:id="rId4"/>
    <p:sldId id="1736" r:id="rId5"/>
    <p:sldId id="1783" r:id="rId6"/>
    <p:sldId id="1745" r:id="rId7"/>
    <p:sldId id="1780" r:id="rId8"/>
    <p:sldId id="1737" r:id="rId9"/>
    <p:sldId id="1739" r:id="rId10"/>
    <p:sldId id="1735" r:id="rId11"/>
    <p:sldId id="645" r:id="rId12"/>
    <p:sldId id="639" r:id="rId13"/>
    <p:sldId id="1732" r:id="rId14"/>
    <p:sldId id="304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正文" id="{DBD05103-3D18-42BF-B3DE-D5F37F16ED06}">
          <p14:sldIdLst>
            <p14:sldId id="1738"/>
            <p14:sldId id="1784"/>
            <p14:sldId id="1781"/>
            <p14:sldId id="1736"/>
            <p14:sldId id="1783"/>
            <p14:sldId id="1745"/>
            <p14:sldId id="1780"/>
          </p14:sldIdLst>
        </p14:section>
        <p14:section name="素材" id="{548E6020-DE2C-4A43-8C4A-E92BE1952416}">
          <p14:sldIdLst>
            <p14:sldId id="1737"/>
            <p14:sldId id="1739"/>
            <p14:sldId id="1735"/>
            <p14:sldId id="645"/>
            <p14:sldId id="639"/>
            <p14:sldId id="1732"/>
            <p14:sldId id="3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90A4"/>
    <a:srgbClr val="FFFFFF"/>
    <a:srgbClr val="7030A0"/>
    <a:srgbClr val="8A0000"/>
    <a:srgbClr val="9A0001"/>
    <a:srgbClr val="BFBFBF"/>
    <a:srgbClr val="CEAB6E"/>
    <a:srgbClr val="A6A6A6"/>
    <a:srgbClr val="B1B1B1"/>
    <a:srgbClr val="0637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134D37-2EA8-409A-B05A-02C1F47B25BC}" v="13" dt="2026-06-23T07:53:37.274"/>
  </p1510:revLst>
</p1510:revInfo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minar Template" userId="362bcd9f0b0aa77d" providerId="LiveId" clId="{4B628C9A-CAFF-4D19-9F48-2DDA34D653A5}"/>
    <pc:docChg chg="undo custSel addSld delSld modSld sldOrd modMainMaster modSection">
      <pc:chgData name="Seminar Template" userId="362bcd9f0b0aa77d" providerId="LiveId" clId="{4B628C9A-CAFF-4D19-9F48-2DDA34D653A5}" dt="2026-06-23T07:54:32.805" v="130" actId="14100"/>
      <pc:docMkLst>
        <pc:docMk/>
      </pc:docMkLst>
      <pc:sldChg chg="modSp mod ord">
        <pc:chgData name="Seminar Template" userId="362bcd9f0b0aa77d" providerId="LiveId" clId="{4B628C9A-CAFF-4D19-9F48-2DDA34D653A5}" dt="2026-06-23T07:54:04.660" v="126" actId="20577"/>
        <pc:sldMkLst>
          <pc:docMk/>
          <pc:sldMk cId="1985770169" sldId="1736"/>
        </pc:sldMkLst>
        <pc:spChg chg="mod">
          <ac:chgData name="Seminar Template" userId="362bcd9f0b0aa77d" providerId="LiveId" clId="{4B628C9A-CAFF-4D19-9F48-2DDA34D653A5}" dt="2026-06-23T07:54:04.660" v="126" actId="20577"/>
          <ac:spMkLst>
            <pc:docMk/>
            <pc:sldMk cId="1985770169" sldId="1736"/>
            <ac:spMk id="2" creationId="{00000000-0000-0000-0000-000000000000}"/>
          </ac:spMkLst>
        </pc:spChg>
      </pc:sldChg>
      <pc:sldChg chg="modSp mod ord">
        <pc:chgData name="Seminar Template" userId="362bcd9f0b0aa77d" providerId="LiveId" clId="{4B628C9A-CAFF-4D19-9F48-2DDA34D653A5}" dt="2026-06-23T07:53:38.394" v="108" actId="20577"/>
        <pc:sldMkLst>
          <pc:docMk/>
          <pc:sldMk cId="3192129308" sldId="1738"/>
        </pc:sldMkLst>
        <pc:spChg chg="mod">
          <ac:chgData name="Seminar Template" userId="362bcd9f0b0aa77d" providerId="LiveId" clId="{4B628C9A-CAFF-4D19-9F48-2DDA34D653A5}" dt="2026-06-23T07:53:38.394" v="108" actId="20577"/>
          <ac:spMkLst>
            <pc:docMk/>
            <pc:sldMk cId="3192129308" sldId="1738"/>
            <ac:spMk id="4" creationId="{6C51A616-574A-2A65-4E03-D9418CAAA572}"/>
          </ac:spMkLst>
        </pc:spChg>
      </pc:sldChg>
      <pc:sldChg chg="modSp del mod">
        <pc:chgData name="Seminar Template" userId="362bcd9f0b0aa77d" providerId="LiveId" clId="{4B628C9A-CAFF-4D19-9F48-2DDA34D653A5}" dt="2026-06-23T07:53:42.225" v="110" actId="47"/>
        <pc:sldMkLst>
          <pc:docMk/>
          <pc:sldMk cId="285658940" sldId="1744"/>
        </pc:sldMkLst>
        <pc:spChg chg="mod">
          <ac:chgData name="Seminar Template" userId="362bcd9f0b0aa77d" providerId="LiveId" clId="{4B628C9A-CAFF-4D19-9F48-2DDA34D653A5}" dt="2026-06-09T07:43:09.111" v="51" actId="20577"/>
          <ac:spMkLst>
            <pc:docMk/>
            <pc:sldMk cId="285658940" sldId="1744"/>
            <ac:spMk id="3" creationId="{0C18E180-5949-4781-B1CA-F18F89A345DC}"/>
          </ac:spMkLst>
        </pc:spChg>
      </pc:sldChg>
      <pc:sldChg chg="modSp mod">
        <pc:chgData name="Seminar Template" userId="362bcd9f0b0aa77d" providerId="LiveId" clId="{4B628C9A-CAFF-4D19-9F48-2DDA34D653A5}" dt="2026-06-23T07:52:56.138" v="100" actId="2711"/>
        <pc:sldMkLst>
          <pc:docMk/>
          <pc:sldMk cId="220729942" sldId="1781"/>
        </pc:sldMkLst>
        <pc:spChg chg="mod">
          <ac:chgData name="Seminar Template" userId="362bcd9f0b0aa77d" providerId="LiveId" clId="{4B628C9A-CAFF-4D19-9F48-2DDA34D653A5}" dt="2026-06-23T07:52:56.138" v="100" actId="2711"/>
          <ac:spMkLst>
            <pc:docMk/>
            <pc:sldMk cId="220729942" sldId="1781"/>
            <ac:spMk id="4" creationId="{66AF6E17-C889-0CE0-CA4C-5F2D56331A31}"/>
          </ac:spMkLst>
        </pc:spChg>
      </pc:sldChg>
      <pc:sldChg chg="modSp del mod">
        <pc:chgData name="Seminar Template" userId="362bcd9f0b0aa77d" providerId="LiveId" clId="{4B628C9A-CAFF-4D19-9F48-2DDA34D653A5}" dt="2026-06-23T07:53:39.733" v="109" actId="47"/>
        <pc:sldMkLst>
          <pc:docMk/>
          <pc:sldMk cId="2545278868" sldId="1782"/>
        </pc:sldMkLst>
        <pc:spChg chg="mod">
          <ac:chgData name="Seminar Template" userId="362bcd9f0b0aa77d" providerId="LiveId" clId="{4B628C9A-CAFF-4D19-9F48-2DDA34D653A5}" dt="2026-06-09T07:42:58.780" v="48" actId="20577"/>
          <ac:spMkLst>
            <pc:docMk/>
            <pc:sldMk cId="2545278868" sldId="1782"/>
            <ac:spMk id="4" creationId="{E16C0589-213E-40B3-846E-117FB449BCC0}"/>
          </ac:spMkLst>
        </pc:spChg>
      </pc:sldChg>
      <pc:sldChg chg="ord">
        <pc:chgData name="Seminar Template" userId="362bcd9f0b0aa77d" providerId="LiveId" clId="{4B628C9A-CAFF-4D19-9F48-2DDA34D653A5}" dt="2026-06-23T07:53:15.744" v="102"/>
        <pc:sldMkLst>
          <pc:docMk/>
          <pc:sldMk cId="775766951" sldId="1783"/>
        </pc:sldMkLst>
      </pc:sldChg>
      <pc:sldChg chg="modSp new mod ord">
        <pc:chgData name="Seminar Template" userId="362bcd9f0b0aa77d" providerId="LiveId" clId="{4B628C9A-CAFF-4D19-9F48-2DDA34D653A5}" dt="2026-06-09T07:43:19.023" v="72" actId="20577"/>
        <pc:sldMkLst>
          <pc:docMk/>
          <pc:sldMk cId="255403834" sldId="1784"/>
        </pc:sldMkLst>
        <pc:spChg chg="mod">
          <ac:chgData name="Seminar Template" userId="362bcd9f0b0aa77d" providerId="LiveId" clId="{4B628C9A-CAFF-4D19-9F48-2DDA34D653A5}" dt="2026-06-09T07:43:19.023" v="72" actId="20577"/>
          <ac:spMkLst>
            <pc:docMk/>
            <pc:sldMk cId="255403834" sldId="1784"/>
            <ac:spMk id="3" creationId="{92C9C988-D771-7A49-732C-A95EC108865E}"/>
          </ac:spMkLst>
        </pc:spChg>
      </pc:sldChg>
      <pc:sldChg chg="add del">
        <pc:chgData name="Seminar Template" userId="362bcd9f0b0aa77d" providerId="LiveId" clId="{4B628C9A-CAFF-4D19-9F48-2DDA34D653A5}" dt="2026-06-23T07:50:26.818" v="82"/>
        <pc:sldMkLst>
          <pc:docMk/>
          <pc:sldMk cId="2248146566" sldId="1834"/>
        </pc:sldMkLst>
      </pc:sldChg>
      <pc:sldMasterChg chg="modSldLayout">
        <pc:chgData name="Seminar Template" userId="362bcd9f0b0aa77d" providerId="LiveId" clId="{4B628C9A-CAFF-4D19-9F48-2DDA34D653A5}" dt="2026-06-23T07:54:32.805" v="130" actId="14100"/>
        <pc:sldMasterMkLst>
          <pc:docMk/>
          <pc:sldMasterMk cId="0" sldId="2147483648"/>
        </pc:sldMasterMkLst>
        <pc:sldLayoutChg chg="modSp mod">
          <pc:chgData name="Seminar Template" userId="362bcd9f0b0aa77d" providerId="LiveId" clId="{4B628C9A-CAFF-4D19-9F48-2DDA34D653A5}" dt="2026-06-23T07:54:32.805" v="130" actId="14100"/>
          <pc:sldLayoutMkLst>
            <pc:docMk/>
            <pc:sldMasterMk cId="0" sldId="2147483648"/>
            <pc:sldLayoutMk cId="0" sldId="2147483650"/>
          </pc:sldLayoutMkLst>
          <pc:spChg chg="mod">
            <ac:chgData name="Seminar Template" userId="362bcd9f0b0aa77d" providerId="LiveId" clId="{4B628C9A-CAFF-4D19-9F48-2DDA34D653A5}" dt="2026-06-23T07:54:26.174" v="129" actId="14100"/>
            <ac:spMkLst>
              <pc:docMk/>
              <pc:sldMasterMk cId="0" sldId="2147483648"/>
              <pc:sldLayoutMk cId="0" sldId="2147483650"/>
              <ac:spMk id="3" creationId="{00000000-0000-0000-0000-000000000000}"/>
            </ac:spMkLst>
          </pc:spChg>
          <pc:spChg chg="mod">
            <ac:chgData name="Seminar Template" userId="362bcd9f0b0aa77d" providerId="LiveId" clId="{4B628C9A-CAFF-4D19-9F48-2DDA34D653A5}" dt="2026-06-23T07:54:32.805" v="130" actId="14100"/>
            <ac:spMkLst>
              <pc:docMk/>
              <pc:sldMasterMk cId="0" sldId="2147483648"/>
              <pc:sldLayoutMk cId="0" sldId="2147483650"/>
              <ac:spMk id="6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"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 userDrawn="1"/>
        </p:nvSpPr>
        <p:spPr>
          <a:xfrm>
            <a:off x="301625" y="635"/>
            <a:ext cx="11890375" cy="685736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77000"/>
                </a:schemeClr>
              </a:gs>
            </a:gsLst>
            <a:lin ang="211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-标题&amp;副标题"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Shape 178"/>
          <p:cNvCxnSpPr/>
          <p:nvPr userDrawn="1"/>
        </p:nvCxnSpPr>
        <p:spPr>
          <a:xfrm>
            <a:off x="528955" y="868045"/>
            <a:ext cx="243332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hape 179"/>
          <p:cNvCxnSpPr/>
          <p:nvPr userDrawn="1"/>
        </p:nvCxnSpPr>
        <p:spPr>
          <a:xfrm>
            <a:off x="528955" y="868045"/>
            <a:ext cx="589915" cy="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Shape 61"/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548B57D-AE10-4CF7-A9DF-59FEFA91B28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3" name="Shape 63"/>
          <p:cNvSpPr>
            <a:spLocks noGrp="1"/>
          </p:cNvSpPr>
          <p:nvPr>
            <p:ph type="title" hasCustomPrompt="1"/>
          </p:nvPr>
        </p:nvSpPr>
        <p:spPr>
          <a:xfrm>
            <a:off x="442913" y="243569"/>
            <a:ext cx="11306078" cy="61751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zh-CN" altLang="en-US" sz="2800" b="1" kern="1200" baseline="0" dirty="0">
                <a:solidFill>
                  <a:schemeClr val="accent2"/>
                </a:solidFill>
                <a:latin typeface="+mj-lt"/>
                <a:ea typeface="微软雅黑" panose="020B0503020204020204" pitchFamily="34" charset="-122"/>
                <a:cs typeface="+mn-ea"/>
              </a:defRPr>
            </a:lvl1pPr>
          </a:lstStyle>
          <a:p>
            <a:r>
              <a:rPr lang="en-US" altLang="zh-CN" dirty="0"/>
              <a:t>X.X  </a:t>
            </a:r>
            <a:r>
              <a:rPr lang="zh-CN" altLang="en-US" dirty="0"/>
              <a:t>单击此处输入标题 </a:t>
            </a:r>
            <a:r>
              <a:rPr lang="en-US" altLang="zh-CN" dirty="0"/>
              <a:t>Write title here</a:t>
            </a:r>
            <a:endParaRPr lang="zh-CN" altLang="en-US" dirty="0"/>
          </a:p>
        </p:txBody>
      </p:sp>
      <p:sp>
        <p:nvSpPr>
          <p:cNvPr id="3" name="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442912" y="1020185"/>
            <a:ext cx="11306079" cy="5108327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zh-CN" altLang="en-US" sz="2000" b="0" dirty="0" smtClean="0">
                <a:solidFill>
                  <a:schemeClr val="tx1"/>
                </a:solidFill>
                <a:latin typeface="+mn-lt"/>
                <a:cs typeface="+mn-ea"/>
              </a:defRPr>
            </a:lvl1pPr>
          </a:lstStyle>
          <a:p>
            <a:pPr marL="342900" marR="0" lvl="0" indent="-342900" fontAlgn="auto"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dirty="0"/>
              <a:t>单击此处输入内容 </a:t>
            </a:r>
            <a:r>
              <a:rPr lang="en-US" altLang="zh-CN" dirty="0"/>
              <a:t>Type here to draw detail 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容页-标题&amp;副标题"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548B57D-AE10-4CF7-A9DF-59FEFA91B28E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3" name="Shape 3"/>
          <p:cNvSpPr>
            <a:spLocks noGrp="1"/>
          </p:cNvSpPr>
          <p:nvPr>
            <p:ph type="body" sz="quarter" idx="10" hasCustomPrompt="1"/>
          </p:nvPr>
        </p:nvSpPr>
        <p:spPr>
          <a:xfrm>
            <a:off x="284417" y="179700"/>
            <a:ext cx="9056370" cy="3037415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zh-CN" altLang="en-US" sz="2000" b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+mn-ea"/>
              </a:defRPr>
            </a:lvl1pPr>
          </a:lstStyle>
          <a:p>
            <a:pPr marL="342900" marR="0" lvl="0" indent="-342900" fontAlgn="auto">
              <a:spcBef>
                <a:spcPct val="0"/>
              </a:spcBef>
              <a:spcAft>
                <a:spcPts val="0"/>
              </a:spcAft>
              <a:buClrTx/>
              <a:buSzTx/>
            </a:pPr>
            <a:r>
              <a:rPr lang="zh-CN" altLang="en-US" dirty="0"/>
              <a:t>单击此处输入内容 </a:t>
            </a:r>
            <a:r>
              <a:rPr lang="en-US" altLang="zh-CN" dirty="0"/>
              <a:t>Type here to draw detail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6568337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全空白"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0FF30686-3220-D4C6-4B32-5060615B8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548B57D-AE10-4CF7-A9DF-59FEFA91B28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页"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C3299973-749D-D71D-7762-B9A76915D7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548B57D-AE10-4CF7-A9DF-59FEFA91B28E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Type </a:t>
            </a:r>
            <a:r>
              <a:rPr lang="zh-CN" altLang="en-US" dirty="0"/>
              <a:t>单击此处编辑母版标题样式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Type here </a:t>
            </a:r>
            <a:r>
              <a:rPr lang="zh-CN" altLang="en-US" dirty="0"/>
              <a:t>编辑母版文本样式</a:t>
            </a:r>
          </a:p>
          <a:p>
            <a:pPr lvl="1"/>
            <a:r>
              <a:rPr lang="en-US" altLang="zh-CN" dirty="0"/>
              <a:t>Type </a:t>
            </a:r>
            <a:r>
              <a:rPr lang="zh-CN" altLang="en-US" dirty="0"/>
              <a:t>第二级</a:t>
            </a:r>
          </a:p>
          <a:p>
            <a:pPr lvl="2"/>
            <a:r>
              <a:rPr lang="en-US" altLang="zh-CN" dirty="0"/>
              <a:t>Type </a:t>
            </a:r>
            <a:r>
              <a:rPr lang="zh-CN" altLang="en-US" dirty="0"/>
              <a:t>第三级</a:t>
            </a:r>
          </a:p>
          <a:p>
            <a:pPr lvl="3"/>
            <a:r>
              <a:rPr lang="en-US" altLang="zh-CN" dirty="0"/>
              <a:t>Type </a:t>
            </a:r>
            <a:r>
              <a:rPr lang="zh-CN" altLang="en-US" dirty="0"/>
              <a:t>第四级</a:t>
            </a:r>
          </a:p>
          <a:p>
            <a:pPr lvl="4"/>
            <a:r>
              <a:rPr lang="en-US" altLang="zh-CN" dirty="0"/>
              <a:t>Type </a:t>
            </a:r>
            <a:r>
              <a:rPr lang="zh-CN" altLang="en-US" dirty="0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?><Relationships xmlns="http://schemas.openxmlformats.org/package/2006/relationships"><Relationship Id="rId13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E2F8C79-5AA0-879A-1BEF-C50DDBDEA9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1</a:t>
            </a:fld>
            <a:endParaRPr lang="zh-CN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6D50A272-C9CC-2A8A-4AD5-E44757CE0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</a:t>
            </a:r>
            <a:endParaRPr lang="zh-CN" alt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C51A616-574A-2A65-4E03-D9418CAAA57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Focus Problem:</a:t>
            </a:r>
          </a:p>
          <a:p>
            <a:r>
              <a:rPr lang="en-US" altLang="zh-CN" dirty="0"/>
              <a:t>Video:</a:t>
            </a:r>
          </a:p>
          <a:p>
            <a:r>
              <a:rPr lang="en-US" altLang="zh-CN" dirty="0"/>
              <a:t>Task:</a:t>
            </a:r>
          </a:p>
          <a:p>
            <a:r>
              <a:rPr lang="en-US" altLang="zh-CN" dirty="0"/>
              <a:t>Motivation: </a:t>
            </a:r>
          </a:p>
          <a:p>
            <a:r>
              <a:rPr lang="en-US" altLang="zh-CN" dirty="0"/>
              <a:t>Contribution: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2129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DB3D7E31-7B61-70A4-C319-2B1AB3411C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92C9C988-D771-7A49-732C-A95EC1088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Related Work</a:t>
            </a:r>
            <a:endParaRPr lang="zh-CN" alt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B7676D7-CE0F-308D-C399-E0161AB4E6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03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73495335-ABB5-082E-5C97-C4BD98245A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3</a:t>
            </a:fld>
            <a:endParaRPr lang="zh-CN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B88814A1-AB5B-8F6D-BCD1-495B47C3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Fonts</a:t>
            </a:r>
            <a:endParaRPr lang="zh-CN" alt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6AF6E17-C889-0CE0-CA4C-5F2D56331A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913" y="1020185"/>
            <a:ext cx="9056370" cy="4572541"/>
          </a:xfrm>
        </p:spPr>
        <p:txBody>
          <a:bodyPr/>
          <a:lstStyle/>
          <a:p>
            <a:r>
              <a:rPr lang="en-US" altLang="zh-CN" dirty="0"/>
              <a:t>English</a:t>
            </a:r>
          </a:p>
          <a:p>
            <a:pPr lvl="1"/>
            <a:r>
              <a:rPr lang="en-US" altLang="zh-CN" dirty="0"/>
              <a:t>Calibri	</a:t>
            </a:r>
          </a:p>
          <a:p>
            <a:pPr lvl="1"/>
            <a:r>
              <a:rPr lang="en-US" altLang="zh-CN" dirty="0"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rPr>
              <a:t>Segoe UI</a:t>
            </a:r>
          </a:p>
          <a:p>
            <a:pPr lvl="1"/>
            <a:r>
              <a:rPr lang="en-US" altLang="zh-CN" dirty="0" err="1"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Libertinus</a:t>
            </a:r>
            <a:r>
              <a:rPr lang="en-US" altLang="zh-CN" dirty="0">
                <a:latin typeface="Libertinus Sans" pitchFamily="2" charset="0"/>
                <a:ea typeface="Libertinus Sans" pitchFamily="2" charset="0"/>
                <a:cs typeface="Libertinus Sans" pitchFamily="2" charset="0"/>
              </a:rPr>
              <a:t> Sans</a:t>
            </a:r>
          </a:p>
          <a:p>
            <a:pPr lvl="1"/>
            <a:r>
              <a:rPr lang="en-US" altLang="zh-CN" dirty="0" err="1">
                <a:latin typeface="Libertinus Math" pitchFamily="2" charset="0"/>
                <a:ea typeface="Libertinus Math" pitchFamily="2" charset="0"/>
                <a:cs typeface="Libertinus Math" pitchFamily="2" charset="0"/>
              </a:rPr>
              <a:t>Libertinus</a:t>
            </a:r>
            <a:r>
              <a:rPr lang="en-US" altLang="zh-CN" dirty="0">
                <a:latin typeface="Libertinus Math" pitchFamily="2" charset="0"/>
                <a:ea typeface="Libertinus Math" pitchFamily="2" charset="0"/>
                <a:cs typeface="Libertinus Math" pitchFamily="2" charset="0"/>
              </a:rPr>
              <a:t> Math</a:t>
            </a:r>
          </a:p>
          <a:p>
            <a:pPr lvl="1"/>
            <a:r>
              <a:rPr lang="en-US" altLang="zh-CN" dirty="0" err="1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Libertinus</a:t>
            </a:r>
            <a:r>
              <a:rPr lang="en-US" altLang="zh-CN" dirty="0">
                <a:latin typeface="Libertinus Serif" pitchFamily="2" charset="0"/>
                <a:ea typeface="Libertinus Serif" pitchFamily="2" charset="0"/>
                <a:cs typeface="Libertinus Serif" pitchFamily="2" charset="0"/>
              </a:rPr>
              <a:t> Serif</a:t>
            </a:r>
          </a:p>
          <a:p>
            <a:r>
              <a:rPr lang="en-US" altLang="zh-CN" dirty="0">
                <a:latin typeface="+mj-lt"/>
                <a:ea typeface="Segoe UI Black" panose="020B0A02040204020203" pitchFamily="34" charset="0"/>
                <a:cs typeface="Segoe UI" panose="020B0502040204020203" pitchFamily="34" charset="0"/>
              </a:rPr>
              <a:t>Chinese</a:t>
            </a:r>
          </a:p>
          <a:p>
            <a:pPr lvl="1"/>
            <a:r>
              <a:rPr lang="zh-CN" altLang="en-US" dirty="0">
                <a:latin typeface="+mn-ea"/>
                <a:cs typeface="Segoe UI" panose="020B0502040204020203" pitchFamily="34" charset="0"/>
              </a:rPr>
              <a:t>微软雅黑</a:t>
            </a:r>
            <a:endParaRPr lang="en-US" altLang="zh-CN" dirty="0">
              <a:latin typeface="+mn-ea"/>
              <a:cs typeface="Segoe UI" panose="020B0502040204020203" pitchFamily="34" charset="0"/>
            </a:endParaRPr>
          </a:p>
          <a:p>
            <a:pPr lvl="1"/>
            <a:r>
              <a:rPr lang="zh-CN" altLang="en-US" dirty="0">
                <a:latin typeface="思源黑体 CN" panose="020B0500000000000000" pitchFamily="34" charset="-122"/>
                <a:ea typeface="思源黑体 CN" panose="020B0500000000000000" pitchFamily="34" charset="-122"/>
                <a:cs typeface="Segoe UI" panose="020B0502040204020203" pitchFamily="34" charset="0"/>
              </a:rPr>
              <a:t>思源黑体</a:t>
            </a:r>
            <a:endParaRPr lang="en-US" altLang="zh-CN" dirty="0">
              <a:latin typeface="思源黑体 CN" panose="020B0500000000000000" pitchFamily="34" charset="-122"/>
              <a:ea typeface="思源黑体 CN" panose="020B0500000000000000" pitchFamily="34" charset="-122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72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accent2"/>
                </a:solidFill>
                <a:latin typeface="+mj-lt"/>
                <a:ea typeface="+mn-ea"/>
                <a:sym typeface="Arial" panose="020B0604020202020204" pitchFamily="34" charset="0"/>
              </a:rPr>
              <a:t>Color</a:t>
            </a:r>
            <a:endParaRPr lang="zh-CN" altLang="en-US" dirty="0">
              <a:solidFill>
                <a:schemeClr val="accent2"/>
              </a:solidFill>
              <a:ea typeface="+mn-ea"/>
              <a:sym typeface="Arial" panose="020B0604020202020204" pitchFamily="34" charset="0"/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sz="quarter" idx="10"/>
          </p:nvPr>
        </p:nvSpPr>
        <p:spPr>
          <a:xfrm>
            <a:off x="443865" y="1007744"/>
            <a:ext cx="10898586" cy="5386609"/>
          </a:xfrm>
        </p:spPr>
        <p:txBody>
          <a:bodyPr anchor="t">
            <a:normAutofit fontScale="97500"/>
          </a:bodyPr>
          <a:lstStyle/>
          <a:p>
            <a:r>
              <a:rPr lang="zh-CN" altLang="en-US" dirty="0">
                <a:latin typeface="+mn-lt"/>
                <a:sym typeface="Arial" panose="020B0604020202020204" pitchFamily="34" charset="0"/>
              </a:rPr>
              <a:t>计算机图形学 </a:t>
            </a:r>
            <a:r>
              <a:rPr lang="en-US" altLang="zh-CN" dirty="0">
                <a:latin typeface="+mn-lt"/>
                <a:sym typeface="Arial" panose="020B0604020202020204" pitchFamily="34" charset="0"/>
              </a:rPr>
              <a:t>Computer Graphics</a:t>
            </a:r>
          </a:p>
          <a:p>
            <a:r>
              <a:rPr lang="zh-CN" altLang="en-US" dirty="0">
                <a:sym typeface="Arial" panose="020B0604020202020204" pitchFamily="34" charset="0"/>
              </a:rPr>
              <a:t>常用颜色 </a:t>
            </a:r>
            <a:r>
              <a:rPr lang="en-US" altLang="zh-CN" dirty="0">
                <a:sym typeface="Arial" panose="020B0604020202020204" pitchFamily="34" charset="0"/>
              </a:rPr>
              <a:t>hex </a:t>
            </a:r>
            <a:r>
              <a:rPr lang="zh-CN" altLang="en-US" dirty="0">
                <a:sym typeface="Arial" panose="020B0604020202020204" pitchFamily="34" charset="0"/>
              </a:rPr>
              <a:t>编码</a:t>
            </a:r>
            <a:endParaRPr lang="en-US" altLang="zh-CN" dirty="0">
              <a:latin typeface="+mn-lt"/>
              <a:sym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0F90A4"/>
                </a:solidFill>
                <a:latin typeface="+mn-lt"/>
                <a:sym typeface="Arial" panose="020B0604020202020204" pitchFamily="34" charset="0"/>
              </a:rPr>
              <a:t>#0F90A4 </a:t>
            </a:r>
            <a:r>
              <a:rPr lang="zh-CN" altLang="en-US" dirty="0">
                <a:solidFill>
                  <a:srgbClr val="0F90A4"/>
                </a:solidFill>
                <a:latin typeface="+mn-lt"/>
                <a:sym typeface="Arial" panose="020B0604020202020204" pitchFamily="34" charset="0"/>
              </a:rPr>
              <a:t>（青绿）</a:t>
            </a:r>
            <a:endParaRPr lang="en-US" altLang="zh-CN" dirty="0">
              <a:solidFill>
                <a:srgbClr val="0F90A4"/>
              </a:solidFill>
              <a:latin typeface="+mn-lt"/>
              <a:sym typeface="Arial" panose="020B0604020202020204" pitchFamily="34" charset="0"/>
            </a:endParaRPr>
          </a:p>
          <a:p>
            <a:pPr lvl="1"/>
            <a:r>
              <a:rPr lang="en-US" altLang="zh-CN" dirty="0">
                <a:solidFill>
                  <a:srgbClr val="7030A0"/>
                </a:solidFill>
                <a:latin typeface="+mn-lt"/>
                <a:sym typeface="Arial" panose="020B0604020202020204" pitchFamily="34" charset="0"/>
              </a:rPr>
              <a:t>#7030A0</a:t>
            </a:r>
            <a:r>
              <a:rPr lang="zh-CN" altLang="en-US" dirty="0">
                <a:solidFill>
                  <a:srgbClr val="7030A0"/>
                </a:solidFill>
                <a:latin typeface="+mn-lt"/>
                <a:sym typeface="Arial" panose="020B0604020202020204" pitchFamily="34" charset="0"/>
              </a:rPr>
              <a:t>（紫色）</a:t>
            </a:r>
          </a:p>
        </p:txBody>
      </p:sp>
      <p:sp>
        <p:nvSpPr>
          <p:cNvPr id="17" name="Shape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FDCF8EE-13E4-95AD-6881-185AC297FD55}"/>
              </a:ext>
            </a:extLst>
          </p:cNvPr>
          <p:cNvSpPr txBox="1"/>
          <p:nvPr/>
        </p:nvSpPr>
        <p:spPr>
          <a:xfrm>
            <a:off x="0" y="6394353"/>
            <a:ext cx="1067448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[1] Author. Example reference. Venue, Year</a:t>
            </a:r>
          </a:p>
          <a:p>
            <a:r>
              <a:rPr lang="en-US" altLang="zh-CN" sz="1100" dirty="0">
                <a:solidFill>
                  <a:schemeClr val="bg1">
                    <a:lumMod val="50000"/>
                  </a:schemeClr>
                </a:solidFill>
              </a:rPr>
              <a:t>[2] Author. Another example reference. Venue, Year</a:t>
            </a:r>
          </a:p>
        </p:txBody>
      </p:sp>
    </p:spTree>
    <p:extLst>
      <p:ext uri="{BB962C8B-B14F-4D97-AF65-F5344CB8AC3E}">
        <p14:creationId xmlns:p14="http://schemas.microsoft.com/office/powerpoint/2010/main" val="1985770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831E149-C9D3-6DDC-39BF-8A4918F859A2}"/>
              </a:ext>
            </a:extLst>
          </p:cNvPr>
          <p:cNvSpPr txBox="1">
            <a:spLocks/>
          </p:cNvSpPr>
          <p:nvPr/>
        </p:nvSpPr>
        <p:spPr>
          <a:xfrm>
            <a:off x="9005791" y="6394353"/>
            <a:ext cx="2743200" cy="292196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548B57D-AE10-4CF7-A9DF-59FEFA91B28E}" type="slidenum">
              <a:rPr lang="zh-CN" altLang="en-US" sz="120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5</a:t>
            </a:fld>
            <a:endParaRPr lang="zh-CN" alt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5766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CF344C3C-5BD2-F66C-08B9-17B7EB695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38255F06-75B8-E54F-DA4F-2FD9A79CF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902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>
          <a:extLst>
            <a:ext uri="{FF2B5EF4-FFF2-40B4-BE49-F238E27FC236}">
              <a16:creationId xmlns:a16="http://schemas.microsoft.com/office/drawing/2014/main" id="{27573702-AA98-C147-AF93-36F138FB8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>
            <a:extLst>
              <a:ext uri="{FF2B5EF4-FFF2-40B4-BE49-F238E27FC236}">
                <a16:creationId xmlns:a16="http://schemas.microsoft.com/office/drawing/2014/main" id="{F90E33AC-B56B-2C0E-C721-3660856D8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236019F-74B8-EDC3-86A0-4251F901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Arial" panose="020B0604020202020204" pitchFamily="34" charset="0"/>
              </a:rPr>
              <a:t>分阶段的研究计划</a:t>
            </a:r>
            <a:endParaRPr lang="zh-CN" altLang="en-US" dirty="0"/>
          </a:p>
        </p:txBody>
      </p:sp>
      <p:sp>
        <p:nvSpPr>
          <p:cNvPr id="38" name="Shape 38">
            <a:extLst>
              <a:ext uri="{FF2B5EF4-FFF2-40B4-BE49-F238E27FC236}">
                <a16:creationId xmlns:a16="http://schemas.microsoft.com/office/drawing/2014/main" id="{9A4E9157-C7C6-4FE5-0CDB-1A0C8E03FB1C}"/>
              </a:ext>
            </a:extLst>
          </p:cNvPr>
          <p:cNvSpPr txBox="1"/>
          <p:nvPr/>
        </p:nvSpPr>
        <p:spPr>
          <a:xfrm>
            <a:off x="359216" y="2350814"/>
            <a:ext cx="2922337" cy="511103"/>
          </a:xfrm>
          <a:prstGeom prst="rect">
            <a:avLst/>
          </a:prstGeom>
          <a:noFill/>
        </p:spPr>
        <p:txBody>
          <a:bodyPr wrap="square" lIns="135000" tIns="70200" rIns="135000" bIns="70200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Title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485FC003-D809-9E56-BE14-5444488F9ACF}"/>
              </a:ext>
            </a:extLst>
          </p:cNvPr>
          <p:cNvSpPr/>
          <p:nvPr/>
        </p:nvSpPr>
        <p:spPr>
          <a:xfrm>
            <a:off x="359218" y="3179222"/>
            <a:ext cx="3181348" cy="145091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5000" tIns="70200" rIns="135000" bIns="70200" numCol="1" spcCol="0" rtlCol="0" fromWordArt="0" anchor="t" anchorCtr="0" forceAA="0" compatLnSpc="1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演示文稿是一种实用的工具，可以是演示，演讲，报告等。大部分时间，它们都是在为观众服务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Shape 40">
            <a:extLst>
              <a:ext uri="{FF2B5EF4-FFF2-40B4-BE49-F238E27FC236}">
                <a16:creationId xmlns:a16="http://schemas.microsoft.com/office/drawing/2014/main" id="{20A18D58-A5B2-DFE2-7DF8-078B892F1FF4}"/>
              </a:ext>
            </a:extLst>
          </p:cNvPr>
          <p:cNvSpPr/>
          <p:nvPr/>
        </p:nvSpPr>
        <p:spPr>
          <a:xfrm>
            <a:off x="487802" y="2972945"/>
            <a:ext cx="2922334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F4EA8C3B-EC0B-DD08-1285-1275A5A0532B}"/>
              </a:ext>
            </a:extLst>
          </p:cNvPr>
          <p:cNvSpPr txBox="1"/>
          <p:nvPr/>
        </p:nvSpPr>
        <p:spPr>
          <a:xfrm>
            <a:off x="359216" y="1371970"/>
            <a:ext cx="1037463" cy="92333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</a:p>
        </p:txBody>
      </p:sp>
      <p:sp>
        <p:nvSpPr>
          <p:cNvPr id="42" name="Shape 42">
            <a:extLst>
              <a:ext uri="{FF2B5EF4-FFF2-40B4-BE49-F238E27FC236}">
                <a16:creationId xmlns:a16="http://schemas.microsoft.com/office/drawing/2014/main" id="{5E05AAAF-D233-5F9A-8159-EE7BAC42FB97}"/>
              </a:ext>
            </a:extLst>
          </p:cNvPr>
          <p:cNvSpPr txBox="1"/>
          <p:nvPr/>
        </p:nvSpPr>
        <p:spPr>
          <a:xfrm>
            <a:off x="4195483" y="2350814"/>
            <a:ext cx="2922337" cy="511103"/>
          </a:xfrm>
          <a:prstGeom prst="rect">
            <a:avLst/>
          </a:prstGeom>
          <a:noFill/>
        </p:spPr>
        <p:txBody>
          <a:bodyPr wrap="square" lIns="135000" tIns="70200" rIns="135000" bIns="70200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Title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Shape 43">
            <a:extLst>
              <a:ext uri="{FF2B5EF4-FFF2-40B4-BE49-F238E27FC236}">
                <a16:creationId xmlns:a16="http://schemas.microsoft.com/office/drawing/2014/main" id="{57EB43D7-FC88-56E6-1918-44EB1584765A}"/>
              </a:ext>
            </a:extLst>
          </p:cNvPr>
          <p:cNvSpPr/>
          <p:nvPr/>
        </p:nvSpPr>
        <p:spPr>
          <a:xfrm>
            <a:off x="4195485" y="3179222"/>
            <a:ext cx="3181348" cy="145091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5000" tIns="70200" rIns="135000" bIns="70200" numCol="1" spcCol="0" rtlCol="0" fromWordArt="0" anchor="t" anchorCtr="0" forceAA="0" compatLnSpc="1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演示文稿是一种实用的工具，可以是演示，演讲，报告等。大部分时间，它们都是在为观众服务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Shape 44">
            <a:extLst>
              <a:ext uri="{FF2B5EF4-FFF2-40B4-BE49-F238E27FC236}">
                <a16:creationId xmlns:a16="http://schemas.microsoft.com/office/drawing/2014/main" id="{79C5A5E6-B012-E89C-7ED8-9657B86C8BD3}"/>
              </a:ext>
            </a:extLst>
          </p:cNvPr>
          <p:cNvSpPr/>
          <p:nvPr/>
        </p:nvSpPr>
        <p:spPr>
          <a:xfrm>
            <a:off x="4324069" y="2972945"/>
            <a:ext cx="2922334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C18D65AD-B3A7-ED53-D4B5-29DCC9195BD5}"/>
              </a:ext>
            </a:extLst>
          </p:cNvPr>
          <p:cNvSpPr txBox="1"/>
          <p:nvPr/>
        </p:nvSpPr>
        <p:spPr>
          <a:xfrm>
            <a:off x="4195483" y="1371970"/>
            <a:ext cx="1037463" cy="92333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</a:p>
        </p:txBody>
      </p:sp>
      <p:sp>
        <p:nvSpPr>
          <p:cNvPr id="46" name="Shape 46">
            <a:extLst>
              <a:ext uri="{FF2B5EF4-FFF2-40B4-BE49-F238E27FC236}">
                <a16:creationId xmlns:a16="http://schemas.microsoft.com/office/drawing/2014/main" id="{3BBD42B0-37D0-793E-42A0-BA8970141DE4}"/>
              </a:ext>
            </a:extLst>
          </p:cNvPr>
          <p:cNvSpPr txBox="1"/>
          <p:nvPr/>
        </p:nvSpPr>
        <p:spPr>
          <a:xfrm>
            <a:off x="8033594" y="2350814"/>
            <a:ext cx="2922337" cy="511103"/>
          </a:xfrm>
          <a:prstGeom prst="rect">
            <a:avLst/>
          </a:prstGeom>
          <a:noFill/>
        </p:spPr>
        <p:txBody>
          <a:bodyPr wrap="square" lIns="135000" tIns="70200" rIns="135000" bIns="70200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Stage Title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76624CB-85BB-8EB5-AE88-5BA0323353C7}"/>
              </a:ext>
            </a:extLst>
          </p:cNvPr>
          <p:cNvSpPr/>
          <p:nvPr/>
        </p:nvSpPr>
        <p:spPr>
          <a:xfrm>
            <a:off x="8033596" y="3179222"/>
            <a:ext cx="3181348" cy="1450913"/>
          </a:xfrm>
          <a:prstGeom prst="rect">
            <a:avLst/>
          </a:prstGeom>
          <a:noFill/>
          <a:ln w="57150" cap="rnd">
            <a:noFill/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5000" tIns="70200" rIns="135000" bIns="70200" numCol="1" spcCol="0" rtlCol="0" fromWordArt="0" anchor="t" anchorCtr="0" forceAA="0" compatLnSpc="1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演示文稿是一种实用的工具，可以是演示，演讲，报告等。大部分时间，它们都是在为观众服务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字由点字典黑" panose="02010600030101010101" charset="-122"/>
                <a:sym typeface="字由点字典黑" panose="02010600030101010101" charset="-122"/>
              </a:rPr>
              <a:t>。</a:t>
            </a:r>
            <a:endParaRPr lang="en-US" altLang="zh-CN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Shape 48">
            <a:extLst>
              <a:ext uri="{FF2B5EF4-FFF2-40B4-BE49-F238E27FC236}">
                <a16:creationId xmlns:a16="http://schemas.microsoft.com/office/drawing/2014/main" id="{B020D191-C86C-77C7-5CA0-715CDB7BA9C7}"/>
              </a:ext>
            </a:extLst>
          </p:cNvPr>
          <p:cNvSpPr/>
          <p:nvPr/>
        </p:nvSpPr>
        <p:spPr>
          <a:xfrm>
            <a:off x="8162180" y="2972945"/>
            <a:ext cx="2922334" cy="952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FF8D7D9D-CAB8-26FD-F519-43C4634D624C}"/>
              </a:ext>
            </a:extLst>
          </p:cNvPr>
          <p:cNvSpPr txBox="1"/>
          <p:nvPr/>
        </p:nvSpPr>
        <p:spPr>
          <a:xfrm>
            <a:off x="8033594" y="1371970"/>
            <a:ext cx="1037463" cy="923330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54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07681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-32385" y="-1905"/>
            <a:ext cx="12238355" cy="68440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788126" y="5376137"/>
            <a:ext cx="665278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309004" y="2367749"/>
            <a:ext cx="11811526" cy="15696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zh-CN" sz="4800" b="1" dirty="0">
                <a:solidFill>
                  <a:schemeClr val="accent2"/>
                </a:solidFill>
                <a:latin typeface="+mj-lt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Meeting #num</a:t>
            </a:r>
          </a:p>
          <a:p>
            <a:pPr algn="ctr">
              <a:defRPr/>
            </a:pPr>
            <a:r>
              <a:rPr lang="en-US" altLang="zh-CN" sz="4800" b="1" dirty="0">
                <a:solidFill>
                  <a:schemeClr val="accent2"/>
                </a:solidFill>
                <a:latin typeface="+mj-lt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Review of</a:t>
            </a:r>
          </a:p>
        </p:txBody>
      </p:sp>
      <p:sp>
        <p:nvSpPr>
          <p:cNvPr id="154" name="Shape 154"/>
          <p:cNvSpPr/>
          <p:nvPr/>
        </p:nvSpPr>
        <p:spPr>
          <a:xfrm>
            <a:off x="81981" y="4209252"/>
            <a:ext cx="12038549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normalizeH="0" dirty="0">
                <a:solidFill>
                  <a:srgbClr val="FFFFFF">
                    <a:lumMod val="50000"/>
                  </a:srgbClr>
                </a:solidFill>
                <a:latin typeface="+mj-lt"/>
                <a:ea typeface="+mj-ea"/>
                <a:cs typeface="Arial" panose="020B0604020202020204" pitchFamily="34" charset="0"/>
                <a:sym typeface="+mn-ea"/>
              </a:rPr>
              <a:t>Presenter Name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normalizeH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Arial" panose="020B0604020202020204" pitchFamily="34" charset="0"/>
              </a:rPr>
              <a:t>#Month #</a:t>
            </a:r>
            <a:r>
              <a:rPr lang="en-US" altLang="zh-CN" sz="2400" dirty="0">
                <a:solidFill>
                  <a:prstClr val="white">
                    <a:lumMod val="50000"/>
                  </a:prstClr>
                </a:solidFill>
                <a:latin typeface="+mj-lt"/>
                <a:ea typeface="+mj-ea"/>
                <a:cs typeface="Arial" panose="020B0604020202020204" pitchFamily="34" charset="0"/>
                <a:sym typeface="Arial" panose="020B0604020202020204" pitchFamily="34" charset="0"/>
              </a:rPr>
              <a:t>Day</a:t>
            </a:r>
            <a:r>
              <a:rPr kumimoji="0" lang="en-US" altLang="zh-CN" sz="2400" b="0" i="0" u="none" strike="noStrike" kern="1200" cap="none" normalizeH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Arial" panose="020B0604020202020204" pitchFamily="34" charset="0"/>
              </a:rPr>
              <a:t>, #Year</a:t>
            </a:r>
            <a:endParaRPr kumimoji="0" lang="zh-CN" altLang="en-US" sz="2400" b="0" i="0" u="none" strike="noStrike" kern="1200" cap="none" normalizeH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-32385" y="-1905"/>
            <a:ext cx="12238355" cy="68440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4" name="Shape 64"/>
          <p:cNvSpPr/>
          <p:nvPr/>
        </p:nvSpPr>
        <p:spPr>
          <a:xfrm>
            <a:off x="5077838" y="3865368"/>
            <a:ext cx="1776919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-15240" y="2382825"/>
            <a:ext cx="12207240" cy="132343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lang="en-US" altLang="zh-CN" sz="8000" b="1" i="1" dirty="0">
                <a:solidFill>
                  <a:schemeClr val="accent2"/>
                </a:solidFill>
                <a:latin typeface="+mj-lt"/>
                <a:ea typeface="Microsoft YaHei" panose="020B0503020204020204" pitchFamily="34" charset="-122"/>
                <a:sym typeface="+mn-ea"/>
              </a:rPr>
              <a:t>Fin.</a:t>
            </a:r>
            <a:endParaRPr lang="zh-CN" altLang="en-US" sz="8000" b="1" i="1" spc="300" dirty="0">
              <a:solidFill>
                <a:schemeClr val="accent2"/>
              </a:solidFill>
              <a:latin typeface="+mj-lt"/>
              <a:ea typeface="Microsoft YaHei" panose="020B0503020204020204" pitchFamily="34" charset="-122"/>
              <a:cs typeface="+mn-ea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-32385" y="-1905"/>
            <a:ext cx="12238355" cy="68440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397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/>
          <p:nvPr/>
        </p:nvSpPr>
        <p:spPr>
          <a:xfrm>
            <a:off x="-1271" y="-1906"/>
            <a:ext cx="12193269" cy="6859905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Shape 23"/>
          <p:cNvSpPr txBox="1"/>
          <p:nvPr/>
        </p:nvSpPr>
        <p:spPr>
          <a:xfrm>
            <a:off x="1545157" y="1940541"/>
            <a:ext cx="24490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600" b="0" i="0" u="none" strike="noStrike" kern="1200" cap="none" spc="15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PART 1</a:t>
            </a:r>
            <a:endParaRPr kumimoji="0" lang="zh-CN" altLang="en-US" sz="3600" b="0" i="0" u="none" strike="noStrike" kern="1200" cap="none" spc="15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" name="Shape 24"/>
          <p:cNvSpPr txBox="1"/>
          <p:nvPr/>
        </p:nvSpPr>
        <p:spPr>
          <a:xfrm>
            <a:off x="1514931" y="2961840"/>
            <a:ext cx="31612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30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研究背景</a:t>
            </a:r>
          </a:p>
        </p:txBody>
      </p:sp>
      <p:sp>
        <p:nvSpPr>
          <p:cNvPr id="70" name="Shape 70"/>
          <p:cNvSpPr/>
          <p:nvPr/>
        </p:nvSpPr>
        <p:spPr>
          <a:xfrm>
            <a:off x="1633339" y="2779909"/>
            <a:ext cx="665278" cy="4572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2" name="Shape 72"/>
          <p:cNvSpPr/>
          <p:nvPr/>
        </p:nvSpPr>
        <p:spPr>
          <a:xfrm>
            <a:off x="1514931" y="3910893"/>
            <a:ext cx="506527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Research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Background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>
              <a:solidFill>
                <a:schemeClr val="accent2"/>
              </a:solidFill>
              <a:latin typeface="+mj-lt"/>
              <a:ea typeface="+mj-ea"/>
              <a:sym typeface="Arial" panose="020B0604020202020204" pitchFamily="34" charset="0"/>
            </a:endParaRPr>
          </a:p>
        </p:txBody>
      </p:sp>
      <p:sp>
        <p:nvSpPr>
          <p:cNvPr id="3" name="Shape 3"/>
          <p:cNvSpPr>
            <a:spLocks noGrp="1"/>
          </p:cNvSpPr>
          <p:nvPr>
            <p:ph type="body" sz="quarter" idx="10"/>
          </p:nvPr>
        </p:nvSpPr>
        <p:spPr/>
        <p:txBody>
          <a:bodyPr anchor="t">
            <a:normAutofit fontScale="97500"/>
          </a:bodyPr>
          <a:lstStyle/>
          <a:p>
            <a:endParaRPr lang="zh-CN" altLang="en-US" dirty="0">
              <a:latin typeface="+mn-lt"/>
              <a:sym typeface="Arial" panose="020B0604020202020204" pitchFamily="34" charset="0"/>
            </a:endParaRPr>
          </a:p>
        </p:txBody>
      </p:sp>
      <p:sp>
        <p:nvSpPr>
          <p:cNvPr id="17" name="Shape 17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548B57D-AE10-4CF7-A9DF-59FEFA91B28E}" type="slidenum">
              <a:rPr lang="zh-CN" altLang="en-US" smtClean="0"/>
              <a:t>12</a:t>
            </a:fld>
            <a:endParaRPr lang="zh-CN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-32385" y="-1905"/>
            <a:ext cx="12238355" cy="68440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1" name="Shape 61"/>
          <p:cNvSpPr txBox="1"/>
          <p:nvPr/>
        </p:nvSpPr>
        <p:spPr>
          <a:xfrm>
            <a:off x="4687570" y="4912995"/>
            <a:ext cx="28676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答辩人：姓名</a:t>
            </a:r>
          </a:p>
        </p:txBody>
      </p:sp>
      <p:sp>
        <p:nvSpPr>
          <p:cNvPr id="64" name="Shape 64"/>
          <p:cNvSpPr/>
          <p:nvPr/>
        </p:nvSpPr>
        <p:spPr>
          <a:xfrm>
            <a:off x="5788650" y="4384335"/>
            <a:ext cx="665278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1339215" y="2132799"/>
            <a:ext cx="9611360" cy="181483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 eaLnBrk="1" hangingPunct="1">
              <a:lnSpc>
                <a:spcPct val="100000"/>
              </a:lnSpc>
              <a:defRPr/>
            </a:pPr>
            <a:r>
              <a:rPr lang="en-US" altLang="zh-CN" sz="5600" b="1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THANKS</a:t>
            </a:r>
            <a:endParaRPr lang="en-US" altLang="zh-CN" sz="5600" b="1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 eaLnBrk="1" hangingPunct="1">
              <a:lnSpc>
                <a:spcPct val="100000"/>
              </a:lnSpc>
              <a:defRPr/>
            </a:pPr>
            <a:r>
              <a:rPr lang="zh-CN" altLang="en-US" sz="5600" b="1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  敬请各位老师指正！</a:t>
            </a:r>
            <a:endParaRPr lang="zh-CN" altLang="en-US" sz="5600" b="1" spc="300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n-ea"/>
              <a:sym typeface="+mn-ea"/>
            </a:endParaRPr>
          </a:p>
        </p:txBody>
      </p:sp>
      <p:cxnSp>
        <p:nvCxnSpPr>
          <p:cNvPr id="15" name="Shape 15"/>
          <p:cNvCxnSpPr/>
          <p:nvPr/>
        </p:nvCxnSpPr>
        <p:spPr>
          <a:xfrm>
            <a:off x="2106930" y="6287770"/>
            <a:ext cx="176720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hape 16"/>
          <p:cNvCxnSpPr/>
          <p:nvPr/>
        </p:nvCxnSpPr>
        <p:spPr>
          <a:xfrm>
            <a:off x="8350885" y="6287770"/>
            <a:ext cx="173418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40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4"/>
          <p:cNvSpPr/>
          <p:nvPr/>
        </p:nvSpPr>
        <p:spPr>
          <a:xfrm>
            <a:off x="-32385" y="-1905"/>
            <a:ext cx="12238355" cy="684403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92000"/>
                </a:schemeClr>
              </a:gs>
            </a:gsLst>
            <a:lin ang="5400000" scaled="0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Shape 3"/>
          <p:cNvSpPr/>
          <p:nvPr/>
        </p:nvSpPr>
        <p:spPr>
          <a:xfrm flipV="1">
            <a:off x="0" y="6802310"/>
            <a:ext cx="12192000" cy="62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60" name="Shape 60"/>
          <p:cNvGrpSpPr/>
          <p:nvPr/>
        </p:nvGrpSpPr>
        <p:grpSpPr>
          <a:xfrm>
            <a:off x="1752495" y="4913064"/>
            <a:ext cx="8783320" cy="645160"/>
            <a:chOff x="1812356" y="6373313"/>
            <a:chExt cx="10634995" cy="645160"/>
          </a:xfrm>
        </p:grpSpPr>
        <p:sp>
          <p:nvSpPr>
            <p:cNvPr id="61" name="Shape 61"/>
            <p:cNvSpPr txBox="1"/>
            <p:nvPr/>
          </p:nvSpPr>
          <p:spPr>
            <a:xfrm>
              <a:off x="1812356" y="6373313"/>
              <a:ext cx="347221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答辩人：姓名</a:t>
              </a:r>
            </a:p>
          </p:txBody>
        </p:sp>
        <p:sp>
          <p:nvSpPr>
            <p:cNvPr id="62" name="Shape 62"/>
            <p:cNvSpPr txBox="1"/>
            <p:nvPr/>
          </p:nvSpPr>
          <p:spPr>
            <a:xfrm>
              <a:off x="5393747" y="6373313"/>
              <a:ext cx="3472212" cy="6451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导   师：姓名 职称</a:t>
              </a:r>
            </a:p>
            <a:p>
              <a:pPr algn="ctr"/>
              <a:r>
                <a:rPr lang="zh-CN" altLang="en-US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rPr>
                <a:t>（姓名与职称）</a:t>
              </a:r>
            </a:p>
          </p:txBody>
        </p:sp>
        <p:sp>
          <p:nvSpPr>
            <p:cNvPr id="63" name="Shape 63"/>
            <p:cNvSpPr txBox="1"/>
            <p:nvPr/>
          </p:nvSpPr>
          <p:spPr>
            <a:xfrm>
              <a:off x="8975139" y="6373313"/>
              <a:ext cx="3472212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1">
                      <a:lumMod val="75000"/>
                      <a:lumOff val="25000"/>
                    </a:schemeClr>
                  </a:solidFill>
                  <a:sym typeface="+mn-ea"/>
                </a:rPr>
                <a:t>YYYY-MM-DD </a:t>
              </a:r>
              <a:endPara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+mn-ea"/>
              </a:endParaRPr>
            </a:p>
          </p:txBody>
        </p:sp>
      </p:grpSp>
      <p:sp>
        <p:nvSpPr>
          <p:cNvPr id="64" name="Shape 64"/>
          <p:cNvSpPr/>
          <p:nvPr/>
        </p:nvSpPr>
        <p:spPr>
          <a:xfrm>
            <a:off x="5788650" y="4293530"/>
            <a:ext cx="665278" cy="457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solidFill>
                <a:srgbClr val="FF0000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1290320" y="2367749"/>
            <a:ext cx="9611360" cy="9531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5600" b="1" spc="300" dirty="0">
                <a:solidFill>
                  <a:schemeClr val="accent2"/>
                </a:solidFill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rPr>
              <a:t>研究生答辩题目</a:t>
            </a:r>
            <a:endParaRPr lang="en-US" altLang="zh-CN" sz="5600" b="1" spc="300" dirty="0">
              <a:solidFill>
                <a:schemeClr val="accent2"/>
              </a:solidFill>
              <a:latin typeface="Arial" panose="020B0604020202020204" pitchFamily="34" charset="0"/>
              <a:ea typeface="Microsoft YaHei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4" name="Shape 154"/>
          <p:cNvSpPr/>
          <p:nvPr/>
        </p:nvSpPr>
        <p:spPr>
          <a:xfrm>
            <a:off x="1371600" y="3360421"/>
            <a:ext cx="9384384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spc="3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2000" spc="3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emplate for </a:t>
            </a:r>
            <a:r>
              <a:rPr lang="en-US" altLang="zh-CN" sz="2000" spc="3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t</a:t>
            </a:r>
            <a:r>
              <a:rPr lang="zh-CN" altLang="en-US" sz="2000" spc="3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hesis </a:t>
            </a:r>
            <a:r>
              <a:rPr lang="en-US" altLang="zh-CN" sz="2000" spc="30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project</a:t>
            </a:r>
            <a:r>
              <a:rPr lang="en-US" altLang="zh-CN" sz="2000" spc="3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(</a:t>
            </a:r>
            <a:r>
              <a:rPr lang="zh-CN" altLang="en-US" sz="2000" spc="3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英文题目</a:t>
            </a:r>
            <a:r>
              <a:rPr lang="en-US" altLang="zh-CN" sz="2000" spc="300" dirty="0">
                <a:solidFill>
                  <a:srgbClr val="FFFFFF">
                    <a:lumMod val="50000"/>
                  </a:srgbClr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)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cxnSp>
        <p:nvCxnSpPr>
          <p:cNvPr id="15" name="Shape 15"/>
          <p:cNvCxnSpPr>
            <a:cxnSpLocks/>
          </p:cNvCxnSpPr>
          <p:nvPr/>
        </p:nvCxnSpPr>
        <p:spPr>
          <a:xfrm>
            <a:off x="2106930" y="6287770"/>
            <a:ext cx="149853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hape 16"/>
          <p:cNvCxnSpPr>
            <a:cxnSpLocks/>
          </p:cNvCxnSpPr>
          <p:nvPr/>
        </p:nvCxnSpPr>
        <p:spPr>
          <a:xfrm>
            <a:off x="8666747" y="6287770"/>
            <a:ext cx="1418323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自定义设计方案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rial YaHei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ctr">
          <a:defRPr sz="2000" dirty="0" smtClean="0">
            <a:latin typeface="Arial" panose="020B0604020202020204" pitchFamily="34" charset="0"/>
            <a:ea typeface="Microsoft YaHei" panose="020B0503020204020204" pitchFamily="34" charset="-122"/>
            <a:cs typeface="+mn-ea"/>
            <a:sym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>
  <Application>Microsoft Office PowerPoint</Application>
  <Slides>14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>
  <dc:title>Academic Seminar Template</dc:title>
</cp:coreProperties>
</file>